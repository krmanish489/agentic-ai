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86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AC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4-Point Star 3"/>
          <p:cNvSpPr/>
          <p:nvPr/>
        </p:nvSpPr>
        <p:spPr>
          <a:xfrm>
            <a:off x="777240" y="1463040"/>
            <a:ext cx="502920" cy="502920"/>
          </a:xfrm>
          <a:prstGeom prst="star4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8741C"/>
                </a:solidFill>
                <a:latin typeface="Calibri"/>
              </a:rPr>
              <a:t>BRIEF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603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1A1612"/>
                </a:solidFill>
                <a:latin typeface="Georgia"/>
              </a:rPr>
              <a:t>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429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E574E"/>
                </a:solidFill>
                <a:latin typeface="Calibri"/>
              </a:rPr>
              <a:t>A ReAct assistant website — Next.js UI, FastAPI backend, tools, files, and credit top-ups.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663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612"/>
                </a:solidFill>
                <a:latin typeface="Calibri"/>
              </a:rPr>
              <a:t>v1.7.0  ·  Built by Abhishek Mishra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074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E574E"/>
                </a:solidFill>
                <a:latin typeface="Calibri"/>
              </a:rPr>
              <a:t>Live: agentic-ai-d0cx.onrender.com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612"/>
                </a:solidFill>
                <a:latin typeface="Georgia"/>
              </a:rPr>
              <a:t>What it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A1612"/>
                </a:solidFill>
                <a:latin typeface="Calibri"/>
              </a:rPr>
              <a:t>•  Not a plain chatbot — an agent that thinks, calls tools, reads results, then answers.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612"/>
                </a:solidFill>
                <a:latin typeface="Calibri"/>
              </a:rPr>
              <a:t>•  Web app: login, chat, voice, files/photos, Teach memory, Projects, Notes, Artifacts.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612"/>
                </a:solidFill>
                <a:latin typeface="Calibri"/>
              </a:rPr>
              <a:t>•  Single agent for quick asks, or Researcher + Writer for longer research.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612"/>
                </a:solidFill>
                <a:latin typeface="Calibri"/>
              </a:rPr>
              <a:t>•  Built to learn real agent design — the ReAct loop is visible Python, not a black box.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v1.7.0  ·  Abhishek Mishra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612"/>
                </a:solidFill>
                <a:latin typeface="Georgia"/>
              </a:rPr>
              <a:t>Architecture (3 layers)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352044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8741C"/>
                </a:solidFill>
                <a:latin typeface="Calibri"/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3108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612"/>
                </a:solidFill>
                <a:latin typeface="Calibri"/>
              </a:rPr>
              <a:t>Next.js 15 · React 19
Chat UI, Artifacts, Settings, SEO.
Port 3000
Proxies /api → FastAPI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6552" y="1280160"/>
            <a:ext cx="352044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45152" y="15087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8741C"/>
                </a:solidFill>
                <a:latin typeface="Calibri"/>
              </a:rP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152" y="2286000"/>
            <a:ext cx="3108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612"/>
                </a:solidFill>
                <a:latin typeface="Calibri"/>
              </a:rPr>
              <a:t>FastAPI · Uvicorn
Auth, SSE chat stream, files, Teach, notes, billing.
Port 7860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93024" y="1280160"/>
            <a:ext cx="352044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21624" y="15087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8741C"/>
                </a:solidFill>
                <a:latin typeface="Calibri"/>
              </a:rPr>
              <a:t>Agent 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21624" y="2286000"/>
            <a:ext cx="3108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612"/>
                </a:solidFill>
                <a:latin typeface="Calibri"/>
              </a:rPr>
              <a:t>Custom ReAct loop
Groq LLM + tools + memory
Optional crew
Code sandbox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v1.7.0  ·  Abhishek Mishra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612"/>
                </a:solidFill>
                <a:latin typeface="Georgia"/>
              </a:rP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A1612"/>
                </a:solidFill>
                <a:latin typeface="Calibri"/>
              </a:rPr>
              <a:t>•  LLM: Groq (openai/gpt-oss-120b). Vision: Qwen for photos.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612"/>
                </a:solidFill>
                <a:latin typeface="Calibri"/>
              </a:rPr>
              <a:t>•  Python · FastAPI · Next.js · TypeScript · DuckDuckGo · wttr.in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612"/>
                </a:solidFill>
                <a:latin typeface="Calibri"/>
              </a:rPr>
              <a:t>•  Deploy: one Docker image on Render (Vercel alone cannot run the Python API).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612"/>
                </a:solidFill>
                <a:latin typeface="Calibri"/>
              </a:rPr>
              <a:t>•  UI: cream / paper / gold accent — Fraunces + Figtree.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v1.7.0  ·  Abhishek Mishra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612"/>
                </a:solidFill>
                <a:latin typeface="Georgia"/>
              </a:rPr>
              <a:t>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Chat + Code mode, Hindi / Bhojpuri, voice in/out, edit &amp; retry.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Attach PDF/Word/txt or up to 4 photos (gallery / camera).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Teach + Projects = lasting instructions and files (memory, not GPU training).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Landing-page builder → Artifacts preview + ZIP; AI images for pages.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Tools: search, weather, calculator, notes, sandboxed Python, and more.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v1.7.0  ·  Abhishek Mishra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612"/>
                </a:solidFill>
                <a:latin typeface="Georgia"/>
              </a:rPr>
              <a:t>How the agent works (ReAct)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A1612"/>
                </a:solidFill>
                <a:latin typeface="Calibri"/>
              </a:rPr>
              <a:t>•  Think → decide answer or tool.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612"/>
                </a:solidFill>
                <a:latin typeface="Calibri"/>
              </a:rPr>
              <a:t>•  Act → call tool with JSON (search, weather, code_run…).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612"/>
                </a:solidFill>
                <a:latin typeface="Calibri"/>
              </a:rPr>
              <a:t>•  Observe → read the tool result.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612"/>
                </a:solidFill>
                <a:latin typeface="Calibri"/>
              </a:rPr>
              <a:t>•  Repeat (default max 8 steps) → clear human answer with sources.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v1.7.0  ·  Abhishek Mishra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612"/>
                </a:solidFill>
                <a:latin typeface="Georgia"/>
              </a:rPr>
              <a:t>Limits (at a glance)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A1612"/>
                </a:solidFill>
                <a:latin typeface="Calibri"/>
              </a:rPr>
              <a:t>•  Photos per message: max 4. Chat history sent to the model: last 16 turns.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612"/>
                </a:solidFill>
                <a:latin typeface="Calibri"/>
              </a:rPr>
              <a:t>•  Free daily quota: 20 chats + 5 photo messages (then top-up).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612"/>
                </a:solidFill>
                <a:latin typeface="Calibri"/>
              </a:rPr>
              <a:t>•  Recents chats: stored in browser localStorage (no fixed chat-count cap).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612"/>
                </a:solidFill>
                <a:latin typeface="Calibri"/>
              </a:rPr>
              <a:t>•  Project files: up to 8. Teach training files: up to 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v1.7.0  ·  Abhishek Mishra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612"/>
                </a:solidFill>
                <a:latin typeface="Georgia"/>
              </a:rPr>
              <a:t>Credits &amp; Razorpay top-ups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352044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8741C"/>
                </a:solidFill>
                <a:latin typeface="Calibri"/>
              </a:rPr>
              <a:t>Free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3108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612"/>
                </a:solidFill>
                <a:latin typeface="Calibri"/>
              </a:rPr>
              <a:t>₹0 / day
20 chats
5 photo messages
Resets every day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6552" y="1280160"/>
            <a:ext cx="352044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45152" y="15087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8741C"/>
                </a:solidFill>
                <a:latin typeface="Calibri"/>
              </a:rPr>
              <a:t>Student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152" y="2286000"/>
            <a:ext cx="3108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612"/>
                </a:solidFill>
                <a:latin typeface="Calibri"/>
              </a:rPr>
              <a:t>₹49 one-time
+50 chats
+20 photo msgs
For learning / personal use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93024" y="1280160"/>
            <a:ext cx="352044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21624" y="15087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8741C"/>
                </a:solidFill>
                <a:latin typeface="Calibri"/>
              </a:rPr>
              <a:t>Business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21624" y="2286000"/>
            <a:ext cx="3108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612"/>
                </a:solidFill>
                <a:latin typeface="Calibri"/>
              </a:rPr>
              <a:t>₹199 one-time
+200 chats
+80 photo msgs
For shops &amp; heavy 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v1.7.0  ·  Abhishek Mishra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612"/>
                </a:solidFill>
                <a:latin typeface="Georgia"/>
              </a:rPr>
              <a:t>Login &amp;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A1612"/>
                </a:solidFill>
                <a:latin typeface="Calibri"/>
              </a:rPr>
              <a:t>•  Name + email login, or Google / GitHub OAuth (httpOnly cookie session).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612"/>
                </a:solidFill>
                <a:latin typeface="Calibri"/>
              </a:rPr>
              <a:t>•  API keys stay on the server (.env / Render env) — never shown in the UI.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612"/>
                </a:solidFill>
                <a:latin typeface="Calibri"/>
              </a:rPr>
              <a:t>•  Code sandbox: no network, short timeout. Teach is prompt memory only.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v1.7.0  ·  Abhishek Mishra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612"/>
                </a:solidFill>
                <a:latin typeface="Georgia"/>
              </a:rPr>
              <a:t>Run locally &amp; quick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API: python app.py → :7860   |   UI: cd frontend &amp;&amp; npm run dev → :3000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Demo: hello → Delhi weather → gold price → attach PDF → Teach facts → landing page → notes.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Live Docker: set GROQ_API_KEY + RAZORPAY_KEY_ID / SECRET on Render.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v1.7.0  ·  Abhishek Mishra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612"/>
                </a:solidFill>
                <a:latin typeface="Georgia"/>
              </a:rPr>
              <a:t>What it is not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A1612"/>
                </a:solidFill>
                <a:latin typeface="Calibri"/>
              </a:rPr>
              <a:t>•  Not Claude Code / full computer use / OS control.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612"/>
                </a:solidFill>
                <a:latin typeface="Calibri"/>
              </a:rPr>
              <a:t>•  Does not fine-tune a neural model on GPU.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612"/>
                </a:solidFill>
                <a:latin typeface="Calibri"/>
              </a:rPr>
              <a:t>•  No Gmail/Drive/Calendar OAuth in v1.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612"/>
                </a:solidFill>
                <a:latin typeface="Calibri"/>
              </a:rPr>
              <a:t>•  Credit top-ups are one-time packs — not a monthly subscription yet.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v1.7.0  ·  Abhishek Mishra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AC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4-Point Star 3"/>
          <p:cNvSpPr/>
          <p:nvPr/>
        </p:nvSpPr>
        <p:spPr>
          <a:xfrm>
            <a:off x="777240" y="1828800"/>
            <a:ext cx="502920" cy="502920"/>
          </a:xfrm>
          <a:prstGeom prst="star4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A1612"/>
                </a:solidFill>
                <a:latin typeface="Georgia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383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B8741C"/>
                </a:solidFill>
                <a:latin typeface="Calibri"/>
              </a:rPr>
              <a:t>Built by Abhishek Mishra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023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E574E"/>
                </a:solidFill>
                <a:latin typeface="Calibri"/>
              </a:rPr>
              <a:t>Questions? Open the app and try the demo flow.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846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612"/>
                </a:solidFill>
                <a:latin typeface="Calibri"/>
              </a:rPr>
              <a:t>http://127.0.0.1:3000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257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E574E"/>
                </a:solidFill>
                <a:latin typeface="Calibri"/>
              </a:rPr>
              <a:t>https://agentic-ai-d0cx.onrender.com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831</Words>
  <Application>Microsoft Office PowerPoint</Application>
  <PresentationFormat>Widescreen</PresentationFormat>
  <Paragraphs>83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Abhishek Mishra</cp:lastModifiedBy>
  <cp:revision>1</cp:revision>
  <dcterms:created xsi:type="dcterms:W3CDTF">2013-01-27T09:14:16Z</dcterms:created>
  <dcterms:modified xsi:type="dcterms:W3CDTF">2026-10-27T08:22:33Z</dcterms:modified>
  <cp:category/>
</cp:coreProperties>
</file>