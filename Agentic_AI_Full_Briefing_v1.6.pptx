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4-Point Star 3"/>
          <p:cNvSpPr/>
          <p:nvPr/>
        </p:nvSpPr>
        <p:spPr>
          <a:xfrm>
            <a:off x="777240" y="1234440"/>
            <a:ext cx="566928" cy="566928"/>
          </a:xfrm>
          <a:prstGeom prst="star4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741C"/>
                </a:solidFill>
                <a:latin typeface="Calibri"/>
              </a:rPr>
              <a:t>PROJECT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A1612"/>
                </a:solidFill>
                <a:latin typeface="Georgia"/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5E574E"/>
                </a:solidFill>
                <a:latin typeface="Calibri"/>
              </a:rPr>
              <a:t>A local ReAct assistant that thinks, uses tools, reads files, runs code, and answers like a teammate.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Features  ·  How it works  ·  Benefits  ·  Full project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612"/>
                </a:solidFill>
                <a:latin typeface="Calibri"/>
              </a:rPr>
              <a:t>Python  ·  FastAPI  ·  Next.js  ·  Groq    |    Built by Abhishek Mishra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23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74E"/>
                </a:solidFill>
                <a:latin typeface="Calibri"/>
              </a:rPr>
              <a:t>v1.6.0  ·  http://127.0.0.1:3000  ·  Live on Render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What Agentic AI is, and how it differs from a normal chatbot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The problem it solves and the benefits for a student, shop, or team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Architecture: Next.js UI + FastAPI agent + Groq LLM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Every feature in v1.6.0 — chat, files, Teach, Projects, Notes, sandbox, artifacts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How the ReAct loop thinks, calls tools, and answers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How to run it locally, demo it, and what this project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612"/>
                </a:solidFill>
                <a:latin typeface="Georgia"/>
              </a:rPr>
              <a:t>Chatbot vs Agentic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6364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394960" cy="9144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E574E"/>
                </a:solidFill>
                <a:latin typeface="Calibri"/>
              </a:rPr>
              <a:t>Normal chatbot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This project — an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User types → model replies with text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Cannot search live prices or weather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Cannot do exact math or run code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Forgets your shop, files, and style next chat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You copy-paste everything yourself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Looks smart, but it cannot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Thinks: answer now, or call a tool?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Acts: search, weather, math, notes, Python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Observes the tool result, then continues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Reads PDFs, photos, and project files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Remembers Teach notes and project instructions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Shows the work in chat, Artifacts, and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The model is not hidden inside LangGraph or CrewAI — the ReAct loop is our own Python.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You can see Think → Act → Observe → Answer. That is the whole point of this learning project.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The chat feels like a teammate: cream/gold UI, name greeting, voice, files, and a side panel for work.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Tools stay behind the scenes. The user sees “Searching the web…” then a clear answer with sources.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It runs on your machine (or one Docker host). The Groq key stays in .env — never shown in the 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Faster answers with live facts — weather, gold, news — instead of guessing from training data.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One place for a shop or class: standing instructions, PDFs, and chats live inside a Project.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You can teach it your name, tone, and facts without training a new neural model.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It can draft a webpage or graphic and open it in Artifacts — not just dump code in chat.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Short Python runs in a locked sandbox, so numbers and scripts are checked, not invented.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Hindi and Bhojpuri replies, voice in/out, so it works for people who prefer speaking.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You learn real agent design: tools, memory, streaming, auth — not a black-box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Who it helps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Student / builder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See a real ReAct loop, add a tool, ship a UI. Better than only watching a framework tutorial.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Shop or small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Teach brand facts, drop a price list PDF into a Project, ask in Hindi, export the chat.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Anyone who asks daily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Weather, math, GitHub lookup, “make me a landing page”, “save this as a note”.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Next.js 15 · React · TypeScript
Chat, sidebar, Artifacts, Settings, Projects, Notes.
http://127.0.0.1:3000
Proxies /api to Python so cookies and SSE streaming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FastAPI + Uvicorn
Login, chat stream, extract files, Teach, notes APIs, tool install.
http://127.0.0.1:7860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Agent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Custom ReAct Agent
(not LangGraph)
LLM + tools + memory.
Optional crew: Researcher then Writer.
Sandbox for short Python.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LLM: Groq openai/gpt-oss-120b (OpenAI-compatible API). Also OpenAI, OpenRouter, or Ollama.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Vision: Groq qwen/qwen3.6-27b — reads photos from gallery or camera.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Python 3.10+  ·  FastAPI  ·  Uvicorn  ·  httpx  ·  itsdangerous  ·  pypdf  ·  python-multipart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Next.js 15  ·  React 19  ·  TypeScript  ·  marked for chat markdown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Search: DuckDuckGo (ddgs). Weather: wttr.in. Notes saved as .md on disk.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UI: cream sidebar #dacebe, chat paper #f1f1f1, gold accent #db8f2a, Fraunces + Figtree.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Deploy: one Docker image on Render or Hugging Face Spaces. Vercel alone cannot run the Python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Feature map — what v1.6.0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Chat: markdown, Recents search, edit a sent message, Retry, Export chat as .md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Voice: microphone in, speaker out, English / Hindi / Bhojpuri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Files: PDF, Word, txt, md, csv, json — plus photos and camera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Teach: instructions, facts, and up to 5 training files on every chat (memory, not GPU training)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Projects: name, standing instructions, files, and chats grouped together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Notes viewer: agent saves markdown; you open, download, or delete it in the app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Artifacts: HTML / SVG / markdown / code opens in a side pane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Code sandbox: short Python, no network, no files, 6 second limit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612"/>
                </a:solidFill>
                <a:latin typeface="Georgia"/>
              </a:rPr>
              <a:t>Chat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161288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Login &amp; greeting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72184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Name + email, or Google / GitHub. Empty state: “Ready to leap, {name}?”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75688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85416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Sidebar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96312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New leap, project picker, Single agent vs Researcher + Writer, Recents search, profile menu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99816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209544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Composer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2044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+ attach (photo, camera, file), microphone, Enter to send (optional in Settings)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23944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233672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After a reply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4456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Copy, speak, Retry last answer, or edit your bubble and Save &amp; retry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48072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257800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741C"/>
                </a:solidFill>
                <a:latin typeface="Calibri"/>
              </a:rPr>
              <a:t>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568696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English, Hindi, or Bhojpuri — the agent is told to reply in that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Files, photos, Teach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Drop a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PDF, .docx, txt, md, csv, json. Text is extracted and wrapped as ---file:name--- so the agent quotes the real document.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Photos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Up to 4 images, gallery or camera. Vision model answers from what is in the picture — it should not invent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Teach (Settings)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How it should behave + facts to remember + training files (max 5). Injected on every chat. This is memory, not a new neural net.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Projects, Notes,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Like a folder: name, standing instructions, up to 8 files. Recents filter to that project. Context is sent with every message.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08576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Ask it to save a markdown note. Open Notes from the profile menu to read, download, or delete workspace_notes/*.md.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280160"/>
            <a:ext cx="3456432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2999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741C"/>
                </a:solidFill>
                <a:latin typeface="Calibri"/>
              </a:rPr>
              <a:t>Artifacts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331720"/>
            <a:ext cx="299923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612"/>
                </a:solidFill>
                <a:latin typeface="Calibri"/>
              </a:rPr>
              <a:t>Ask for a webpage, poster, or SVG. The agent emits an artifact tag. A pane on the right previews the file.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Code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Tool: code_run — core utility, always installed.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Runs short Python in a child process (isolated interpreter, 6 second timeout).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Allowed: math, json, re, datetime, statistics, random, and similar stdlib. print() is required for output.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Blocked: os, subprocess, open(), eval/exec, network, installs, arbitrary files.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Use it for exact numbers, small scripts, and checks — not as a full IDE or Claude Code clone.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4416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Core (ready by default)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612"/>
                </a:solidFill>
                <a:latin typeface="Calibri"/>
              </a:rPr>
              <a:t>Web Search  ·  Wikipedia  ·  Weather  ·  Calculator  ·  Clock  ·  Notes  ·  Code sandbox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Install when you need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612"/>
                </a:solidFill>
                <a:latin typeface="Calibri"/>
              </a:rPr>
              <a:t>GitHub lookup  ·  Dice  ·  Unit Convert  ·  Text Stats  ·  UUID  ·  Random Pick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5196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45312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How they feel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612"/>
                </a:solidFill>
                <a:latin typeface="Calibri"/>
              </a:rPr>
              <a:t>Settings → Tools: Install / Uninstall. The agent only calls what is installed. Status shows “Searching the web…”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Two ways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Single agent — one assistant for quick questions, weather, prices, files, and code.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Researcher + Writer — first agent gathers facts (search, wiki, weather, GitHub).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Writer turns the brief into a clear answer and may use calculator, clock, notes, or sandbox.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Switch from the sidebar dropdown before you send. Crew is better for long research.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Show thinking: live status while tools run. Max steps default 8. Temperature default 0.2.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How the agent thinks (ReAct)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Think — the LLM decides: greet, answer, or call a tool.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Act — it calls a tool with clean JSON, e.g. {"query": "today gold price India"}.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Observe — the tool result is added to memory for the next step.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Repeat — up to max steps, then write a human answer (not JSON, not a raw dump).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Guardrails: repair bad Groq tool calls, cite sources, do not invent URLs or numbers.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Extras in the prompt: language, Teach block, project files, attached file text, photos.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Login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Local login: name + email, signed httpOnly cookie session.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Google and GitHub OAuth. Callback must use http://127.0.0.1:3000 (not localhost) for Google.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Chat, tools, notes, extract, and settings APIs require a logged-in session.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Groq API key lives in .env / server env. The UI never prints it back.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Sandbox has no network and a short timeout. Teach is instruction memory, not model weights.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612"/>
                </a:solidFill>
                <a:latin typeface="Calibri"/>
              </a:rPr>
              <a:t>•  Do not commit .env. Notes folder workspace_notes/ is gitignored.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How to run (Windows)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Terminal 1:  .\.venv\Scripts\python.exe app.py     → API on port 7860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Terminal 2:  cd frontend   then   npm run dev      → UI on port 3000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Open http://127.0.0.1:3000  — if you see Connection Failed, these two processes are not running.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Sign in, paste a Groq key if asked (console.groq.com/keys), then chat.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CLI also works: python main.py  or  python main.py --crew -q "..."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Live: Docker on Render (agentic-ai-d0cx.onrender.com) or Hugging Face Spaces.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Demo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1. “Hello” — personal greeting, no tools.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2. “Delhi weather” then “today gold price in India”.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3. Attach a PDF: “summarize this file”.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4. Settings → Teach: add your name and shop facts, Save training, new chat, ask “what do you know about me?”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5. + Project, add a file, ask a question that needs that file.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6. “Make a simple landing page for my shop” — Artifacts pane opens.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7. “Run Python: print(sum(range(1, 11)))”. Then “save this as a note” and open Notes.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612"/>
                </a:solidFill>
                <a:latin typeface="Calibri"/>
              </a:rPr>
              <a:t>•  8. Mic to speak, speaker to hear, Retry, Export chat.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612"/>
                </a:solidFill>
                <a:latin typeface="Georgia"/>
              </a:rPr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agentic_ai/agent.py — ReAct loop, Teach block, vision, artifacts instruction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agentic_ai/tools.py — catalog + handlers (search, weather, notes, …)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agentic_ai/sandbox.py — locked-down code_run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agentic_ai/files.py — PDF / docx / text extract    prefs.py — settings.json + CORE_TOOLS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agentic_ai/crew.py — Researcher + Writer    auth.py — sessions and OAuth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app.py — FastAPI: /api/chat (SSE), /api/extract, /api/teach/*, /api/notes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frontend/ — Next.js AppClient, ArtifactPane, Projects, Notes overlay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A1612"/>
                </a:solidFill>
                <a:latin typeface="Calibri"/>
              </a:rPr>
              <a:t>•  main.py — CLI    Dockerfile — one-container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612"/>
                </a:solidFill>
                <a:latin typeface="Georgia"/>
              </a:rPr>
              <a:t>Honest scope — what it is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63640" y="960120"/>
            <a:ext cx="53949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4C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960120"/>
            <a:ext cx="5394960" cy="9144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E574E"/>
                </a:solidFill>
                <a:latin typeface="Calibri"/>
              </a:rPr>
              <a:t>This app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143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741C"/>
                </a:solidFill>
                <a:latin typeface="Calibri"/>
              </a:rPr>
              <a:t>It does not (on purpose)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ReAct agent with real tools you can read in Python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Chat UI with files, voice, projects, notes, artifacts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Memory via Teach + project files (prompt context)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Short sandboxed Python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Local or one Docker 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91640"/>
            <a:ext cx="4892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Clone Claude Code or Computer Use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Fine-tune / train a new neural model on GPU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Give the model your whole OS or browser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Connect Gmail / Drive / Calendar (no extra OAuth yet)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612"/>
                </a:solidFill>
                <a:latin typeface="Calibri"/>
              </a:rPr>
              <a:t>•  Replace LangGraph for huge production graphs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574E"/>
                </a:solidFill>
                <a:latin typeface="Calibri"/>
              </a:rPr>
              <a:t>Agentic AI  ·  v1.6.0  ·  Abhishek Mishra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5E574E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AC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4-Point Star 3"/>
          <p:cNvSpPr/>
          <p:nvPr/>
        </p:nvSpPr>
        <p:spPr>
          <a:xfrm>
            <a:off x="777240" y="1554480"/>
            <a:ext cx="566928" cy="566928"/>
          </a:xfrm>
          <a:prstGeom prst="star4">
            <a:avLst/>
          </a:prstGeom>
          <a:solidFill>
            <a:srgbClr val="DB8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1A1612"/>
                </a:solidFill>
                <a:latin typeface="Georg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8741C"/>
                </a:solidFill>
                <a:latin typeface="Calibri"/>
              </a:rPr>
              <a:t>Built and developed by Abhishek Mishra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E574E"/>
                </a:solidFill>
                <a:latin typeface="Calibri"/>
              </a:rPr>
              <a:t>Questions, ideas, or a live demo — open the app and try the script.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46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612"/>
                </a:solidFill>
                <a:latin typeface="Calibri"/>
              </a:rPr>
              <a:t>http://127.0.0.1:3000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E574E"/>
                </a:solidFill>
                <a:latin typeface="Calibri"/>
              </a:rPr>
              <a:t>Live: https://agentic-ai-d0cx.onrender.com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2534</Words>
  <Application>Microsoft Office PowerPoint</Application>
  <PresentationFormat>Widescreen</PresentationFormat>
  <Paragraphs>214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Abhishek Mishra</cp:lastModifiedBy>
  <cp:revision>1</cp:revision>
  <dcterms:created xsi:type="dcterms:W3CDTF">2013-01-27T09:14:16Z</dcterms:created>
  <dcterms:modified xsi:type="dcterms:W3CDTF">2026-08-27T05:04:22Z</dcterms:modified>
  <cp:category/>
</cp:coreProperties>
</file>