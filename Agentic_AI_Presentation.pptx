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777240" y="1554480"/>
            <a:ext cx="640080" cy="640080"/>
          </a:xfrm>
          <a:prstGeom prst="star4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14120B"/>
                </a:solidFill>
                <a:latin typeface="Georgia"/>
              </a:rPr>
              <a:t>Agentic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375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6F6B63"/>
                </a:solidFill>
                <a:latin typeface="Calibri"/>
              </a:rPr>
              <a:t>A local ReAct agent that thinks, uses tools, speaks, and answers like a teammate.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A331C"/>
                </a:solidFill>
                <a:latin typeface="Calibri"/>
              </a:rPr>
              <a:t>Python  ·  FastAPI  ·  Next.js  ·  Groq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86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F6B63"/>
                </a:solidFill>
                <a:latin typeface="Calibri"/>
              </a:rPr>
              <a:t>Version 1.4.0  ·  Local app on http://127.0.0.1:3000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20B"/>
                </a:solidFill>
                <a:latin typeface="Georgia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What Agentic AI is, and why it is different from a chatbot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Architecture: Next.js frontend + FastAPI backend + Groq LLM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What v1.3.0 already had, and what v1.4.0 added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Login, chat, edit, voice, tools, and Researcher + Writer crew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How the ReAct loop thinks, calls tools, and answers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How to run it locally and what to demo in v1.4.0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B63"/>
                </a:solidFill>
                <a:latin typeface="Calibri"/>
              </a:rPr>
              <a:t>Agentic AI  ·  v1.4.0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F6B63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20B"/>
                </a:solidFill>
                <a:latin typeface="Georgia"/>
              </a:rPr>
              <a:t>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A normal chatbot only talks. An agent can act.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Agentic AI plans a step, calls a tool, reads the result, then answers.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It can search the web, check weather, do math, look up GitHub, and more.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The user stays in a Claude-like chat. The tools stay behind the scenes.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Everything runs on your machine — no cloud app hosting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B63"/>
                </a:solidFill>
                <a:latin typeface="Calibri"/>
              </a:rPr>
              <a:t>Agentic AI  ·  v1.4.0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F6B63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20B"/>
                </a:solidFill>
                <a:latin typeface="Georgia"/>
              </a:rPr>
              <a:t>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3456432" cy="44805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29992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A331C"/>
                </a:solidFill>
                <a:latin typeface="Calibri"/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68880"/>
            <a:ext cx="299923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20B"/>
                </a:solidFill>
                <a:latin typeface="Calibri"/>
              </a:rPr>
              <a:t>Next.js 15 (App Router, React, TypeScript)
Cream chat UI, login, recents, edit, voice, settings.
Runs at
127.0.0.1:3000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325880"/>
            <a:ext cx="3456432" cy="44805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554480"/>
            <a:ext cx="29992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A331C"/>
                </a:solidFill>
                <a:latin typeface="Calibri"/>
              </a:rP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2468880"/>
            <a:ext cx="299923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20B"/>
                </a:solidFill>
                <a:latin typeface="Calibri"/>
              </a:rPr>
              <a:t>FastAPI + Uvicorn
Auth, sessions, chat stream (SSE), tool install, and Groq API key setup.
Runs at
127.0.0.1:7860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325880"/>
            <a:ext cx="3456432" cy="44805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54480"/>
            <a:ext cx="29992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A331C"/>
                </a:solidFill>
                <a:latin typeface="Calibri"/>
              </a:rPr>
              <a:t>Agent 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468880"/>
            <a:ext cx="299923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20B"/>
                </a:solidFill>
                <a:latin typeface="Calibri"/>
              </a:rPr>
              <a:t>Custom ReAct loop
(not LangGraph)
LLM + tools + memory.
Optional 2-agent crew: Researcher then Writer.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B63"/>
                </a:solidFill>
                <a:latin typeface="Calibri"/>
              </a:rPr>
              <a:t>Agentic AI  ·  v1.4.0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F6B63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20B"/>
                </a:solidFill>
                <a:latin typeface="Georgia"/>
              </a:rPr>
              <a:t>User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Login with name + email, or Google / GitHub OAuth.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Sidebar stays fixed. Chat on the right is what grows and scrolls.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Greeting uses the signed-in name: “How can I help you today, Abhishek?”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A simple “hello” gets a personal reply, like Claude — no tools needed.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Recents, New chat, Settings (Ctrl+,), and a user menu live in the sidebar.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B63"/>
                </a:solidFill>
                <a:latin typeface="Calibri"/>
              </a:rPr>
              <a:t>Agentic AI  ·  v1.4.0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F6B63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4120B"/>
                </a:solidFill>
                <a:latin typeface="Georgia"/>
              </a:rPr>
              <a:t>Old version vs new version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960120"/>
            <a:ext cx="5394960" cy="530352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63640" y="960120"/>
            <a:ext cx="5394960" cy="530352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960120"/>
            <a:ext cx="539496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1430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6F6B63"/>
                </a:solidFill>
                <a:latin typeface="Calibri"/>
              </a:rPr>
              <a:t>v1.3.0 — already there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1430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A331C"/>
                </a:solidFill>
                <a:latin typeface="Calibri"/>
              </a:rPr>
              <a:t>v1.4.0 — what we added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9164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4120B"/>
                </a:solidFill>
                <a:latin typeface="Calibri"/>
              </a:rPr>
              <a:t>•  Claude-like cream chat UI (Next.js + FastAPI)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120B"/>
                </a:solidFill>
                <a:latin typeface="Calibri"/>
              </a:rPr>
              <a:t>•  Login: name + email, Google, GitHub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120B"/>
                </a:solidFill>
                <a:latin typeface="Calibri"/>
              </a:rPr>
              <a:t>•  ReAct agent with tools: search, weather, math, Wikipedia, GitHub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120B"/>
                </a:solidFill>
                <a:latin typeface="Calibri"/>
              </a:rPr>
              <a:t>•  Single agent, or Researcher + Writer crew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120B"/>
                </a:solidFill>
                <a:latin typeface="Calibri"/>
              </a:rPr>
              <a:t>•  Recents, Settings, named greeting (“hello, Abhishek”)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120B"/>
                </a:solidFill>
                <a:latin typeface="Calibri"/>
              </a:rPr>
              <a:t>•  Type a question and send — that was the only input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120B"/>
                </a:solidFill>
                <a:latin typeface="Calibri"/>
              </a:rPr>
              <a:t>•  No way to edit a sent message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120B"/>
                </a:solidFill>
                <a:latin typeface="Calibri"/>
              </a:rPr>
              <a:t>•  No microphone, no read-aloud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69164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4120B"/>
                </a:solidFill>
                <a:latin typeface="Calibri"/>
              </a:rPr>
              <a:t>•  Everything from v1.3.0 is still there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120B"/>
                </a:solidFill>
                <a:latin typeface="Calibri"/>
              </a:rPr>
              <a:t>•  Edit a sent message (pencil under the bubble)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120B"/>
                </a:solidFill>
                <a:latin typeface="Calibri"/>
              </a:rPr>
              <a:t>•  Save &amp; retry: old answer is dropped, new search runs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120B"/>
                </a:solidFill>
                <a:latin typeface="Calibri"/>
              </a:rPr>
              <a:t>•  Microphone in the chat box — speak the question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120B"/>
                </a:solidFill>
                <a:latin typeface="Calibri"/>
              </a:rPr>
              <a:t>•  Speaker on answers — hear the reply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120B"/>
                </a:solidFill>
                <a:latin typeface="Calibri"/>
              </a:rPr>
              <a:t>•  English / Hindi follows the language menu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120B"/>
                </a:solidFill>
                <a:latin typeface="Calibri"/>
              </a:rPr>
              <a:t>•  Settings: send after speaking, read answers aloud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4120B"/>
                </a:solidFill>
                <a:latin typeface="Calibri"/>
              </a:rPr>
              <a:t>•  App version badge now shows v1.4.0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B63"/>
                </a:solidFill>
                <a:latin typeface="Calibri"/>
              </a:rPr>
              <a:t>Agentic AI  ·  v1.4.0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F6B63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20B"/>
                </a:solidFill>
                <a:latin typeface="Georgia"/>
              </a:rPr>
              <a:t>What’s new in v1.4.0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3456432" cy="44805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29992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A331C"/>
                </a:solidFill>
                <a:latin typeface="Calibri"/>
              </a:rPr>
              <a:t>Edit a sent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68880"/>
            <a:ext cx="299923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20B"/>
                </a:solidFill>
                <a:latin typeface="Calibri"/>
              </a:rPr>
              <a:t>Pencil under your bubble. Change the question, then Enter or Save &amp; retry.
The old reply is dropped. The agent searches again with the new 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325880"/>
            <a:ext cx="3456432" cy="44805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554480"/>
            <a:ext cx="29992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A331C"/>
                </a:solidFill>
                <a:latin typeface="Calibri"/>
              </a:rPr>
              <a:t>Voice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2468880"/>
            <a:ext cx="299923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20B"/>
                </a:solidFill>
                <a:latin typeface="Calibri"/>
              </a:rPr>
              <a:t>Microphone in the chat box. Speak your question (Chrome or Edge).
Language follows English / Hindi in the sidebar. Optional auto-send when you stop.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325880"/>
            <a:ext cx="3456432" cy="448056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54480"/>
            <a:ext cx="29992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A331C"/>
                </a:solidFill>
                <a:latin typeface="Calibri"/>
              </a:rPr>
              <a:t>Voice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468880"/>
            <a:ext cx="299923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120B"/>
                </a:solidFill>
                <a:latin typeface="Calibri"/>
              </a:rPr>
              <a:t>Speaker on each answer to hear it.
Settings → Read answers aloud if you want every reply spoken automatically.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B63"/>
                </a:solidFill>
                <a:latin typeface="Calibri"/>
              </a:rPr>
              <a:t>Agentic AI  ·  v1.4.0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F6B63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20B"/>
                </a:solidFill>
                <a:latin typeface="Georgia"/>
              </a:rPr>
              <a:t>Two ways to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Single agent — one assistant for quick questions, weather, prices, and math.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Researcher + Writer — first agent gathers facts, second agent writes the answer.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Switch modes from the sidebar dropdown before you send a message.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Show thinking: live status such as “Searching the web…” while tools run.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Enter to send, voice, temperature, and max tool steps are all in Settings.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B63"/>
                </a:solidFill>
                <a:latin typeface="Calibri"/>
              </a:rPr>
              <a:t>Agentic AI  ·  v1.4.0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F6B63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20B"/>
                </a:solidFill>
                <a:latin typeface="Georgia"/>
              </a:rPr>
              <a:t>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A331C"/>
                </a:solidFill>
                <a:latin typeface="Calibri"/>
              </a:rPr>
              <a:t>Core (ready by default)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4120B"/>
                </a:solidFill>
                <a:latin typeface="Calibri"/>
              </a:rPr>
              <a:t>Web Search  ·  Wikipedia  ·  Weather
Calculator  ·  Clock  ·  Notes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3464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35808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A331C"/>
                </a:solidFill>
                <a:latin typeface="Calibri"/>
              </a:rPr>
              <a:t>Install when you need 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4120B"/>
                </a:solidFill>
                <a:latin typeface="Calibri"/>
              </a:rPr>
              <a:t>GitHub lookup  ·  Dice  ·  Unit Convert
Text Stats  ·  UUID  ·  Random Pick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FFCF8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590288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A331C"/>
                </a:solidFill>
                <a:latin typeface="Calibri"/>
              </a:rPr>
              <a:t>How they feel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4120B"/>
                </a:solidFill>
                <a:latin typeface="Calibri"/>
              </a:rPr>
              <a:t>Install / Uninstall in Settings → Tools.
The agent only uses what is installed.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B63"/>
                </a:solidFill>
                <a:latin typeface="Calibri"/>
              </a:rPr>
              <a:t>Agentic AI  ·  v1.4.0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F6B63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20B"/>
                </a:solidFill>
                <a:latin typeface="Georgia"/>
              </a:rPr>
              <a:t>How the agent thinks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Think — the LLM decides whether it needs a tool.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Act — it calls a tool with a clean JSON argument, e.g. {"query": "..."}.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Observe — the tool result is added to memory.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Repeat — up to max steps (default 8), then write a human answer.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Guardrails: no JSON dumps as final answers, repair bad Groq tool calls, cite sources.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B63"/>
                </a:solidFill>
                <a:latin typeface="Calibri"/>
              </a:rPr>
              <a:t>Agentic AI  ·  v1.4.0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F6B63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20B"/>
                </a:solidFill>
                <a:latin typeface="Georgia"/>
              </a:rPr>
              <a:t>Login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Local login: name + email, stored in a signed httpOnly cookie.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Google and GitHub OAuth, with callback http://127.0.0.1:3000/auth/.../callback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Chat, tools, and settings APIs require a logged-in session.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Groq API key stays in .env on the machine — it is never shown back in the UI.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OAuth Client ID / Secret come from Google Cloud or GitHub Developer settings.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B63"/>
                </a:solidFill>
                <a:latin typeface="Calibri"/>
              </a:rPr>
              <a:t>Agentic AI  ·  v1.4.0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F6B63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20B"/>
                </a:solidFill>
                <a:latin typeface="Georgia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LLM: Groq, default model openai/gpt-oss-120b (OpenAI-compatible API).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Python 3.12  ·  FastAPI  ·  Uvicorn  ·  httpx  ·  itsdangerous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Next.js 15  ·  React 19  ·  TypeScript  ·  marked for chat markdown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Web search via DuckDuckGo (ddgs). Weather via wttr.in.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Frontend proxies /api to the Python backend so cookies and chat streaming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B63"/>
                </a:solidFill>
                <a:latin typeface="Calibri"/>
              </a:rPr>
              <a:t>Agentic AI  ·  v1.4.0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F6B63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20B"/>
                </a:solidFill>
                <a:latin typeface="Georgia"/>
              </a:rPr>
              <a:t>How to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Terminal 1:  .\.venv\Scripts\python.exe app.py     → API on port 7860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Terminal 2:  cd frontend   then   npm run dev      → UI on port 3000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Open http://127.0.0.1:3000  (use 127.0.0.1, not localhost, for Google login)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Sign in, paste a Groq key if asked, then chat.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Demo: “hello”, Delhi weather, gold price, then edit the city and Save &amp; retry.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4120B"/>
                </a:solidFill>
                <a:latin typeface="Calibri"/>
              </a:rPr>
              <a:t>•  Also demo: tap the mic to speak, tap the speaker to hear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F6B63"/>
                </a:solidFill>
                <a:latin typeface="Calibri"/>
              </a:rPr>
              <a:t>Agentic AI  ·  v1.4.0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F6B63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777240" y="1965960"/>
            <a:ext cx="566928" cy="566928"/>
          </a:xfrm>
          <a:prstGeom prst="star4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14120B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11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6F6B63"/>
                </a:solidFill>
                <a:latin typeface="Calibri"/>
              </a:rPr>
              <a:t>Questions, ideas, or a live demo — let’s try it in the browser.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A331C"/>
                </a:solidFill>
                <a:latin typeface="Calibri"/>
              </a:rPr>
              <a:t>http://127.0.0.1:3000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