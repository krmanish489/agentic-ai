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777240" y="1097280"/>
            <a:ext cx="566928" cy="566928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FULL-STACK PROJECT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A1612"/>
                </a:solidFill>
                <a:latin typeface="Georgia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E574E"/>
                </a:solidFill>
                <a:latin typeface="Calibri"/>
              </a:rPr>
              <a:t>Complete website walkthrough — Frontend (Next.js) → Backend (FastAPI) → Agent core → Deploy.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UI  ·  APIs  ·  ReAct agent  ·  Tools  ·  Auth  · 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612"/>
                </a:solidFill>
                <a:latin typeface="Calibri"/>
              </a:rPr>
              <a:t>Python  ·  FastAPI  ·  Next.js 15  ·  React 19  ·  Groq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74E"/>
                </a:solidFill>
                <a:latin typeface="Calibri"/>
              </a:rPr>
              <a:t>v1.7.0  ·  Local :3000 / :7860  ·  Live on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612"/>
                </a:solidFill>
                <a:latin typeface="Calibri"/>
              </a:rPr>
              <a:t>Built by Abhishek Mishra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Agenda — Frontend to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What the product is and why it is an agent, not a plain chatbot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End-to-end architecture: Browser → Next.js → FastAPI → Agent → LLM/Tools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Frontend deep dive: pages, AppClient, Artifacts, SEO, proxy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Backend deep dive: every /api route, auth, streaming chat, file extract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Agent core: ReAct loop, tools, Teach memory, sandbox, page builds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Deploy path: local dual-process vs one Docker image on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Chatbot vs Agentic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Normal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This website — an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User types → model replies with text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Cannot search live prices or weather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Cannot do exact math or run code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Forgets your shop, files, and style next chat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You copy-paste everything yourself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Looks smart, but it cannot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Thinks: answer now, or call a tool?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Acts: search, weather, math, notes, Python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Observes the tool result, then continues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Reads PDFs, photos, and project files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Remembers Teach notes and project instructions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Delivers chat + Artifacts preview +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How the full website is wired from the browser to Groq.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Three layers of the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1 ·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Next.js 15 · React 19 · TypeScript
Chat UI, sidebar, Artifacts, Settings, Projects, Notes, About, SEO.
Port 3000
Rewrites /api/* →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2 · 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FastAPI + Uvicorn
Auth, SSE chat stream, extract, Teach, notes, tools, settings.
Port 7860
Cookie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3 · Agent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Custom ReAct (not LangGraph)
LLM client + tool catalog + memory.
Optional Researcher + Writer crew.
Sandbox for short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Request journey (one chat message)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Browser (AppClient) POSTs /api/chat with message, mode, history, images, lang, focus.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Next.js rewrite proxies /api/* to http://127.0.0.1:7860 (same origin cookies + SSE).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FastAPI checks session cookie → builds prompt extras (Teach, project files, Code/page mode).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Agent or Crew runs ReAct: Think → tool calls → Observe → streamed tokens.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UI shows live status (“Searching the web…”), then markdown reply; artifacts open in the side pane.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Optional: ZIP download of HTML/code; Pollinations images auto-injected into landing pages.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Tech stack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LLM: Groq openai/gpt-oss-120b (OpenAI-compatible). Also OpenAI, OpenRouter, or Ollama.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Vision: Groq qwen/qwen3.6-27b — gallery / camera photos (up to 4).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Backend: Python 3.10+ · FastAPI · Uvicorn · httpx · itsdangerous · pypdf · python-multipart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Frontend: Next.js 15 · React 19 · TypeScript · marked (chat markdown)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Tools: DuckDuckGo search · wttr.in weather · notes as .md on disk · locked code_run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UI brand: cream sidebar #dacebe, paper #f1f1f1, gold #db8f2a, Fraunces + Figtree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Deploy: one Docker image (Node build + Python runtime) on Render / HF 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Frontend — the website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Next.js App Router, chat shell, artifacts, and how /api is proxied.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Frontend folder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frontend/src/app/page.tsx — home; mounts AppClient (the whole chat product)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frontend/src/app/layout.tsx — metadata, fonts, Google verification, JSON-LD hooks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frontend/src/app/about/page.tsx + AboutFaq — public About / FAQ for SEO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frontend/src/app/sitemap.ts · robots.ts · manifest.ts · opengraph-image.tsx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frontend/src/app/auth/[...path]/route.ts — auth path bridge when needed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frontend/src/components/AppClient.tsx — login, chat, tools, projects, voice, landing picker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frontend/src/components/ArtifactPane.tsx — Preview / Code / File / ZIP for artifacts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frontend/src/lib/* — artifacts, pageImages, zip, types, seo helpers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UI surfaces the user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6128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Login &amp; greeting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Name + email, or Google / GitHub. Empty state: “Ready to leap, {name}?”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7568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85416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New leap, project picker, Single agent vs Researcher + Writer, Recents,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981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9544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Composer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+ menu: Take photo · Gallery · Upload file · Landing page · mic · 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Chat / Code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4456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Code mode asks for full working fixes; Chat mode can teach in plain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4807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After a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68696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Copy, speak aloud, Retry, edit your bubble and Save &amp; retry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Frontend feature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Artifacts 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Parses &lt;artifact&gt; tags and previewable fences.
HTML preview + Pollinations image fill.
Download File or ZIP (multi-file).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Landing page picker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Shop, SaaS, restaurant, portfolio…
Builds a typed premium-page prompt.
Opens as HTML artifact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Settings tabs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Tools Install/Uninstall
Features toggles
Teach (instructions + facts + files)
About / model chip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Next.js ↔ API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next.config.ts rewrites /api/:path* → API_ORIGIN (default http://127.0.0.1:7860).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Browser always talks to same origin (:3000), so cookies and EventSource/SSE stay simple.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Local: two processes (Next + FastAPI). Docker: start.sh runs both; public port 3000.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Vercel alone cannot host the Python agent — rewrite would point at a missing API.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Auth OAuth callbacks must use http://127.0.0.1:3000 (Google rejects bare localhost).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SEO routes (sitemap, robots, About) are pure Next — no FastAPI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Backend — FastAPI website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Every route that powers login, chat streaming, files, Teach, and notes.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API route map (app.py)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Identity: GET /api/me · POST /api/auth/local · POST /api/auth/keys · /auth/logout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OAuth: /auth/google · /auth/github · callbacks → set httpOnly session cookie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Health: GET /api/status · POST /api/reset · POST /api/setup (Groq key)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Prefs: GET/POST /api/settings · POST /api/tools/install · /api/tools/uninstall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Files: POST /api/extract · POST /api/teach/file · POST /api/teach/forget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Notes: GET /api/notes · GET/DELETE /api/notes/{name}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Chat: POST /api/chat — Server-Sent Events (token stream + tool status events)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Backend packages (agentic_ai/)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agent.py · crew.py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ReAct single agent.
Crew = Researcher then Writer.
Vision + artifact + page-design instructions.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tools.py · sandbox.py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Tool catalog + handlers.
code_run in locked child process (6s, no net/files).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auth · files · prefs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Cookie sessions + OAuth.
PDF/docx/text extract.
settings.json + CORE_TOOLS + Teach.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Chat endpoint internals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Requires logged-in session. Body: message, mode, history, images[], lang, focus, project context.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Prompt assembly: system rules + Teach block + IT playbook + project files + attached file text.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Code focus note: ship complete runnable code; page-build note: PREMIUM_PAGE_DESIGN brief.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mode=agent → Agent.ask(…, on_token=…) · mode=crew → Crew.run(…).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SSE events: status lines for tools, then token deltas, then done / error.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Photos: data:image URLs → vision model; tools skipped while answering from a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Agent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ReAct loop, tools, memory, sandbox, and premium page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How the agent thinks (ReAct)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Think — LLM decides: greet, answer, or call a tool.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Act — tool call with clean JSON, e.g. {"query": "today gold price India"}.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Observe — tool result is appended to memory for the next step.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Repeat — up to max_steps (default 8), then a human answer (not raw JSON).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Guardrails: repair bad Groq tool calls, cite sources, do not invent URLs or numbers.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Extras: language (EN/HI/Bhojpuri), Teach, project files, photos, Code / page-build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Tools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Core (ready by 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Web Search · Wikipedia · Weather · Calculator · Clock · Notes · Code sandbox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Install when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GitHub lookup · Dice · Unit Convert · Text Stats · UUID · Random 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519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5312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How it feels in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Settings → Tools: Install / Uninstall. Agent only sees installed tools. Status: “Searching the web…”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Memory, files, and page builds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Teach +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Instructions, facts, up to 5 Teach files.
Project: name, standing rules, up to 8 files.
Injected every chat — memory, not GPU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Vision +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Photos: gallery or camera, max 4.
Files: PDF, Word, txt, md, csv, json.
Wrapped as ---file:name--- for quoting.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Premium HTML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page_design.py brief + Pollinations URLs.
frontend pageImages.ts fills missing imgs.
Preview + ZIP download in ArtifactPane.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Code sandbox (code_run)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Short Python in a child process — isolated interpreter, 6 second timeout.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Allowed: math, json, re, datetime, statistics, random, and similar stdlib. print() for output.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Blocked: os, subprocess, open(), eval/exec, network, installs, arbitrary files.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Use for exact numbers and tiny scripts — not a full IDE or computer-use agent.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Always a CORE tool; users do not uninstall it from the default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Two working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Single agent — one assistant for quick Q&amp;A, weather, prices, files, and code.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Researcher + Writer — first agent gathers facts (search, wiki, weather, GitHub).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Writer turns the brief into a clear answer; may use calculator, clock, notes, sandbox.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Switch from the sidebar before you send. Crew fits longer research.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Show thinking: live tool status. Temperature default 0.2. Max steps default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Security, run,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Sessions, secrets, local dual-process, and one-container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Login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Local login: name + email → signed httpOnly cookie (itsdangerous).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Google / GitHub OAuth; callbacks through the Next origin on port 3000.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Protected: chat, tools, notes, extract, settings. Public: About, sitemap, robots.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GROQ_API_KEY stays in .env / host env — never echoed back in the UI.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Sandbox: no network, short timeout. Teach = prompt memory, not weight updates.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Do not commit .env. workspace_notes/ is gitignored.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Local run vs Docker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Local (dev)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Production (Docker)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Terminal 1: python app.py → :7860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Terminal 2: cd frontend &amp;&amp; npm run dev → :3000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Open http://127.0.0.1:3000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Hot reload on both sides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CLI: python main.py [--crew] -q "…"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Paste Groq key if /api/setup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Dockerfile: build Next, then Python image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start.sh runs API + next start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Public PORT=3000 (Render / HF Spaces)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Set GROQ_API_KEY in host env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One service — Vercel alone is not enough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Live: agentic-ai-d0cx.onrender.com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Project structure (repo 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app.py — FastAPI entry: routes, SSE chat, page-build / code-focus prompt notes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agentic_ai/agent.py · crew.py · llm.py · tools.py · sandbox.py · page_design.py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agentic_ai/auth.py · files.py · prefs.py · memory.py · config.py · canva.py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 — Next.js App Router UI + ArtifactPane + pageImages + zip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static/ — legacy/static assets served by API when needed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main.py — CLI agent · Dockerfile · start.sh · render.yaml · railway.json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make_pptx.py — this deck generator · IT_Teach_Playbook.txt — default Teach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Demo script (full stack)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1. Login → “Hello” (greeting, no tools).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2. “Delhi weather” then “today gold price in India” (tools + citations).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3. Attach a PDF: “summarize this file” (extract → agent).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4. Teach your name/shop → new chat → “what do you know about me?”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5. Create a Project, add a file, ask a question that needs it.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6. + → Landing page → Shop — Artifacts preview + ZIP (images included).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7. “Run Python: print(sum(range(1, 11)))” then “save this as a note”.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8. Mic / speaker, Retry, Export chat — then open Notes from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Honest scope — what this website is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This stack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It does not (on purpose)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Full FE+BE product with real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Streaming chat, files, voice, projects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Teach + project memory in prompts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Sandboxed Python + HTML artifacts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One-container Docker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Clone Claude Code or Computer Use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Fine-tune a neural model on GPU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Give the model your whole OS/browser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Ship Gmail/Drive/Calendar OAuth yet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Replace LangGraph for huge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Benefits of this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Clear ownership: UI owns UX; FastAPI owns sessions and tools; agent owns reasoning.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Same-origin proxy keeps cookies and SSE simple for a real website feel.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You can read every tool and the ReAct loop — learning project, not a black box.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Landing pages ship with preview, ZIP, and auto images — useful demo output.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Hindi / Bhojpuri + voice make it usable beyond English-only demos.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Docker path means one deploy story for interviews, teachers, and clients.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777240" y="1371600"/>
            <a:ext cx="566928" cy="566928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1612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Full stack: Next.js frontend · FastAPI backend ·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612"/>
                </a:solidFill>
                <a:latin typeface="Calibri"/>
              </a:rPr>
              <a:t>Built and developed by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E574E"/>
                </a:solidFill>
                <a:latin typeface="Calibri"/>
              </a:rPr>
              <a:t>Questions or live demo — open the app and run the 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612"/>
                </a:solidFill>
                <a:latin typeface="Calibri"/>
              </a:rPr>
              <a:t>Local: http://127.0.0.1:3000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E574E"/>
                </a:solidFill>
                <a:latin typeface="Calibri"/>
              </a:rPr>
              <a:t>Live: https://agentic-ai-d0cx.onrender.com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